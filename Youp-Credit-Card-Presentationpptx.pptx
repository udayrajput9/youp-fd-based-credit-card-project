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Heebo Light" pitchFamily="2" charset="-79"/>
      <p:regular r:id="rId14"/>
    </p:embeddedFont>
    <p:embeddedFont>
      <p:font typeface="Montserrat" panose="00000500000000000000" pitchFamily="2" charset="0"/>
      <p:regular r:id="rId15"/>
    </p:embeddedFont>
    <p:embeddedFont>
      <p:font typeface="Wingdings 3" panose="05040102010807070707" pitchFamily="18" charset="2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9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5182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5805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1495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810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69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4153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2562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4" y="1737360"/>
            <a:ext cx="4081277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4" y="3755137"/>
            <a:ext cx="4081276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25224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4549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7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580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0368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2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316481" y="4525409"/>
            <a:ext cx="8735579" cy="41060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9920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2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732857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6627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3601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7781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1920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89579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3272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906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008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7120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847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92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11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3"/>
            <a:ext cx="4844414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2705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0753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072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1051"/>
            <a:ext cx="8616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Youp Credit Card Presentation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53458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578310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Our credit card offers a variety of features to meet your needs.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667" y="3853458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3101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Process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3101" y="4578310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Applying for a Youp credit card is easy and straightforward.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16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14099"/>
            <a:ext cx="4120753" cy="2546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144333"/>
            <a:ext cx="41207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Interest Rates on Fixed Deposits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989082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Youp Credit Card offers high interest rates on fixed deposits, giving you a chance to grow your savings efficiently.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2314099"/>
            <a:ext cx="4120872" cy="2546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5144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Annual Fees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4704" y="5634871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Enjoy the convenience of zero annual fees, making the Youp Credit Card a cost-effective financial solution.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2314099"/>
            <a:ext cx="4120753" cy="2546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51443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Cashback Rewards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5634752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Earn cashback rewards on your purchases, adding value to your everyday spending.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932" y="469821"/>
            <a:ext cx="4271367" cy="533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32" y="1345525"/>
            <a:ext cx="3166467" cy="19569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932" y="3515916"/>
            <a:ext cx="3148489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8% Interest on Fixed Deposits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597932" y="3885367"/>
            <a:ext cx="3166467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Grow your savings with our high interest rates.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622" y="1345525"/>
            <a:ext cx="3166467" cy="19569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0622" y="3515916"/>
            <a:ext cx="2410182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 to 90% Credit Limit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020622" y="3885367"/>
            <a:ext cx="3166467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Enjoy a generous credit limit for your needs.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311" y="1345525"/>
            <a:ext cx="3166467" cy="19569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43311" y="3515916"/>
            <a:ext cx="2135624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Annual Fees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7443311" y="3885367"/>
            <a:ext cx="3166467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hidden charges, just pure value.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6001" y="1345525"/>
            <a:ext cx="3166467" cy="19569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66001" y="3515916"/>
            <a:ext cx="3166467" cy="533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 to 5% Cashback on Purchases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0866001" y="4152305"/>
            <a:ext cx="3166467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Earn rewards for your everyday spending.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932" y="4944666"/>
            <a:ext cx="3166467" cy="19569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932" y="7115056"/>
            <a:ext cx="2630567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Exclusive Lounge Access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597932" y="7484507"/>
            <a:ext cx="3166467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Enjoy exclusive benefits and services.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0622" y="4944666"/>
            <a:ext cx="3166467" cy="195691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020622" y="7115056"/>
            <a:ext cx="2378393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Contactless Payments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4020622" y="7484507"/>
            <a:ext cx="3166467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Make quick and secure payments with ease.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2090" y="418028"/>
            <a:ext cx="4564856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700"/>
              </a:lnSpc>
              <a:buNone/>
            </a:pPr>
            <a:r>
              <a:rPr lang="en-US" sz="2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Website Works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90" y="1197054"/>
            <a:ext cx="3220522" cy="1990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2090" y="3377446"/>
            <a:ext cx="190047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'Apply Now'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32090" y="3706178"/>
            <a:ext cx="3220522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Start your application process by clicking the 'Apply Now' button on our homepage.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617" y="1197054"/>
            <a:ext cx="3220522" cy="1990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80617" y="3377446"/>
            <a:ext cx="2103834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 Personal Details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3980617" y="3706178"/>
            <a:ext cx="3220522" cy="72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Enter your personal details in the application form, providing accurate information for a smooth process.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143" y="1197054"/>
            <a:ext cx="3220522" cy="19903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9143" y="3377446"/>
            <a:ext cx="190047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KYC Call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7429143" y="3706178"/>
            <a:ext cx="3220522" cy="72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You will receive a link for an online KYC video call. This is a quick and convenient way to verify your identity.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7669" y="1197054"/>
            <a:ext cx="3220641" cy="19904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77669" y="3377565"/>
            <a:ext cx="190047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Documents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0877669" y="3706297"/>
            <a:ext cx="3220641" cy="72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During the video call, you will need to show your PAN card, Aadhaar card, and provide your signature.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090" y="4892040"/>
            <a:ext cx="3220522" cy="19903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2090" y="7072432"/>
            <a:ext cx="190047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Input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532090" y="7401163"/>
            <a:ext cx="3220522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Our admin team will then manually generate and enter your details into our system.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0617" y="4892040"/>
            <a:ext cx="3220522" cy="19903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980617" y="7072432"/>
            <a:ext cx="195298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 After 24 Hours</a:t>
            </a:r>
            <a:endParaRPr lang="en-US" sz="1450" dirty="0"/>
          </a:p>
        </p:txBody>
      </p:sp>
      <p:sp>
        <p:nvSpPr>
          <p:cNvPr id="20" name="Text 12"/>
          <p:cNvSpPr/>
          <p:nvPr/>
        </p:nvSpPr>
        <p:spPr>
          <a:xfrm>
            <a:off x="3980617" y="7401163"/>
            <a:ext cx="3220522" cy="97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After 24 hours, you can log in using the last 6 digits of your credit card and an email-based OTP. You will then have access to your new Youp Credit Card.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426" y="432435"/>
            <a:ext cx="351032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Youp Credit Card Journey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26" y="1041678"/>
            <a:ext cx="3205401" cy="19810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0426" y="3219331"/>
            <a:ext cx="2260044" cy="24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Clicks 'Apply Now'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0426" y="3559254"/>
            <a:ext cx="3205401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Start the application process by clicking 'Apply Now' on our homepage.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689" y="1041678"/>
            <a:ext cx="3205520" cy="19810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91689" y="3219331"/>
            <a:ext cx="1975604" cy="24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ID During Call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991689" y="3559254"/>
            <a:ext cx="3205520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You will receive a link for an online KYC video call. Show your ID card during the call.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3072" y="1041678"/>
            <a:ext cx="3205520" cy="19810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33072" y="3219331"/>
            <a:ext cx="1965841" cy="24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 Personal Details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433072" y="3559254"/>
            <a:ext cx="3205520" cy="75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Enter your personal details in the application form, providing accurate information for a smooth process.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4454" y="1041678"/>
            <a:ext cx="3205520" cy="19810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74454" y="3219331"/>
            <a:ext cx="2886551" cy="24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Generates Credit Card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0874454" y="3559254"/>
            <a:ext cx="3205520" cy="75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Our admin team will manually generate and enter your details into our system, and generate your credit card.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26" y="4785717"/>
            <a:ext cx="3205401" cy="19810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0426" y="6963370"/>
            <a:ext cx="2088952" cy="24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Receive KYC Call Link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550426" y="7303294"/>
            <a:ext cx="3205401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Receive a link for an online KYC video call.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1689" y="4785717"/>
            <a:ext cx="3205520" cy="198108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991689" y="6963370"/>
            <a:ext cx="1965841" cy="24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Logs In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3991689" y="7303294"/>
            <a:ext cx="3205520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After 24 hours, log in using the last 6 digits of your credit card and an email-based OTP.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3072" y="4785717"/>
            <a:ext cx="3205520" cy="198108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33072" y="6963370"/>
            <a:ext cx="1965841" cy="24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Enjoy Credit Card</a:t>
            </a: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7433072" y="7303294"/>
            <a:ext cx="3205520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You will then have access to your new Youp Credit Card.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78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Process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40236"/>
            <a:ext cx="3005495" cy="18574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981218"/>
            <a:ext cx="2902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Data Storage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71636"/>
            <a:ext cx="30054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 data is securely stored in the database.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446" y="2840236"/>
            <a:ext cx="3005614" cy="18574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39446" y="4981218"/>
            <a:ext cx="30056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KYC Verification &amp; Card Generation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39446" y="5825966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Admin verifies KYC details and generates the credit card.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221" y="2840236"/>
            <a:ext cx="3005614" cy="18574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85221" y="4981218"/>
            <a:ext cx="30056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Login via Email-Based OTP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85221" y="5825966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Email-based OTP system ensures secure login.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0997" y="2840236"/>
            <a:ext cx="3005614" cy="18574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30997" y="4981218"/>
            <a:ext cx="30056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Account Management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830997" y="5825966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Users can manage their account online.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Youp Credit Card website offers a streamlined application process, incorporating robust security measures and enticing features, making it a valuable financial resource for users.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552</Words>
  <Application>Microsoft Office PowerPoint</Application>
  <PresentationFormat>Custom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Wingdings 3</vt:lpstr>
      <vt:lpstr>Montserrat</vt:lpstr>
      <vt:lpstr>Century Gothic</vt:lpstr>
      <vt:lpstr>Heebo Light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Uday Pratap Singh</cp:lastModifiedBy>
  <cp:revision>2</cp:revision>
  <dcterms:created xsi:type="dcterms:W3CDTF">2024-10-04T16:54:43Z</dcterms:created>
  <dcterms:modified xsi:type="dcterms:W3CDTF">2024-10-04T17:06:14Z</dcterms:modified>
</cp:coreProperties>
</file>